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9144000"/>
  <p:embeddedFontLst>
    <p:embeddedFont>
      <p:font typeface="Inter" panose="020B0604020202020204" charset="0"/>
      <p:regular r:id="rId6"/>
      <p:bold r:id="rId7"/>
      <p:italic r:id="rId8"/>
      <p:boldItalic r:id="rId9"/>
    </p:embeddedFont>
    <p:embeddedFont>
      <p:font typeface="Poppins" panose="020B0604020202020204" charset="0"/>
      <p:regular r:id="rId10"/>
      <p:bold r:id="rId11"/>
      <p:italic r:id="rId12"/>
      <p:boldItalic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16.fntdata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24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openxmlformats.org/officeDocument/2006/relationships/viewProps" Target="viewProps.xml"/><Relationship Id="rId10" Type="http://schemas.openxmlformats.org/officeDocument/2006/relationships/font" Target="fonts/font5.fntdata"/><Relationship Id="rId19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8372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orms.gle/esPjxW6KArNoAJtP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6303287"/>
            <a:ext cx="10648949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1613214"/>
            <a:ext cx="10648949" cy="176004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000125" y="771525"/>
            <a:ext cx="10941367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64E3B"/>
                </a:solidFill>
                <a:latin typeface="Poppins"/>
                <a:ea typeface="Poppins"/>
                <a:cs typeface="Poppins"/>
                <a:sym typeface="Poppins"/>
              </a:rPr>
              <a:t>DESAFIO: CLÍNICA PETVIDA</a:t>
            </a:r>
            <a:endParaRPr/>
          </a:p>
        </p:txBody>
      </p:sp>
      <p:sp>
        <p:nvSpPr>
          <p:cNvPr id="87" name="Google Shape;87;p13"/>
          <p:cNvSpPr/>
          <p:nvPr/>
        </p:nvSpPr>
        <p:spPr>
          <a:xfrm>
            <a:off x="771525" y="771525"/>
            <a:ext cx="95250" cy="6191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71525" y="3598529"/>
            <a:ext cx="10649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Requisitos do Cliente: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771525" y="6503312"/>
            <a:ext cx="22389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Exercício de Modelagem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9709850" y="6503312"/>
            <a:ext cx="17106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Profª Juliana de Sá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1133475" y="2127564"/>
            <a:ext cx="10001400" cy="7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Cenário: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 Clínica PetVida precisa de um sistema para organizar seus atendimentos. Atualmente, eles perdem muito tempo procurando fichas de papel e históricos médicos.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857250" y="3966105"/>
            <a:ext cx="285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🐾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1143000" y="3964200"/>
            <a:ext cx="10268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Precisamos cadastrar o </a:t>
            </a: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Dono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(Nome, CPF e Telefone).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857250" y="4474650"/>
            <a:ext cx="285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🐾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1143000" y="4472745"/>
            <a:ext cx="10268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Cada Dono pode ter vários </a:t>
            </a: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Pets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(Nome, Espécie e Idade).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857250" y="4983196"/>
            <a:ext cx="285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🐾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1143000" y="4981291"/>
            <a:ext cx="10268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Os Pets são atendidos por </a:t>
            </a: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Veterinários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(Nome e CRMV).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857250" y="5491742"/>
            <a:ext cx="285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🐾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1143000" y="5489837"/>
            <a:ext cx="10268100" cy="7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Um Veterinário pode atender muitos Pets, e um Pet pode passar por vários Veterinários ao longo do tempo.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6076950"/>
            <a:ext cx="10648950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1525" y="2746920"/>
            <a:ext cx="5038725" cy="259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746926"/>
            <a:ext cx="5038725" cy="2590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1000125" y="771525"/>
            <a:ext cx="10941367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64E3B"/>
                </a:solidFill>
                <a:latin typeface="Poppins"/>
                <a:ea typeface="Poppins"/>
                <a:cs typeface="Poppins"/>
                <a:sym typeface="Poppins"/>
              </a:rPr>
              <a:t>SUA MISSÃO: O MODELO DER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771525" y="771525"/>
            <a:ext cx="95250" cy="6191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771525" y="2000250"/>
            <a:ext cx="106489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Utilizando os conceitos de </a:t>
            </a: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Modelo Conceitual</a:t>
            </a:r>
            <a:r>
              <a:rPr lang="en-US" sz="18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, construa o diagrama (DER) contendo: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771525" y="6276975"/>
            <a:ext cx="14001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Laboratório Prático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10144125" y="6276975"/>
            <a:ext cx="12763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Banco de Dados I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771525" y="5528597"/>
            <a:ext cx="10649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Dica: O "Atendimento" pode ser um relacionamento ou uma entidade?</a:t>
            </a:r>
            <a:endParaRPr/>
          </a:p>
        </p:txBody>
      </p:sp>
      <p:pic>
        <p:nvPicPr>
          <p:cNvPr id="113" name="Google Shape;113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66800" y="3042195"/>
            <a:ext cx="2857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4"/>
          <p:cNvSpPr txBox="1"/>
          <p:nvPr/>
        </p:nvSpPr>
        <p:spPr>
          <a:xfrm>
            <a:off x="1066800" y="3470820"/>
            <a:ext cx="467058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Entidades e Atributos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1066800" y="3937545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Identifique os substantivos e as características de cada um. Não esqueça de sublinhar o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Atributo Identificador</a:t>
            </a:r>
            <a:r>
              <a:rPr lang="en-US" sz="15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pic>
        <p:nvPicPr>
          <p:cNvPr id="116" name="Google Shape;116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77025" y="3042195"/>
            <a:ext cx="3238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4"/>
          <p:cNvSpPr txBox="1"/>
          <p:nvPr/>
        </p:nvSpPr>
        <p:spPr>
          <a:xfrm>
            <a:off x="6677025" y="3470820"/>
            <a:ext cx="467058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Relacionamentos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6677025" y="3937545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Defina como as entidades se conectam e identifique as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Cardinalidades</a:t>
            </a:r>
            <a:r>
              <a:rPr lang="en-US" sz="15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(1:1, 1:N ou N:N).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1525" y="6076950"/>
            <a:ext cx="10648950" cy="390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1000125" y="771525"/>
            <a:ext cx="10941367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smtClean="0">
                <a:solidFill>
                  <a:srgbClr val="064E3B"/>
                </a:solidFill>
                <a:latin typeface="Poppins"/>
                <a:ea typeface="Poppins"/>
                <a:cs typeface="Poppins"/>
                <a:sym typeface="Poppins"/>
              </a:rPr>
              <a:t>Link da </a:t>
            </a:r>
            <a:r>
              <a:rPr lang="en-US" sz="3300" b="1" i="0" u="none" strike="noStrike" cap="none" dirty="0" err="1" smtClean="0">
                <a:solidFill>
                  <a:srgbClr val="064E3B"/>
                </a:solidFill>
                <a:latin typeface="Poppins"/>
                <a:ea typeface="Poppins"/>
                <a:cs typeface="Poppins"/>
                <a:sym typeface="Poppins"/>
              </a:rPr>
              <a:t>Entrega</a:t>
            </a:r>
            <a:endParaRPr dirty="0"/>
          </a:p>
        </p:txBody>
      </p:sp>
      <p:sp>
        <p:nvSpPr>
          <p:cNvPr id="108" name="Google Shape;108;p14"/>
          <p:cNvSpPr/>
          <p:nvPr/>
        </p:nvSpPr>
        <p:spPr>
          <a:xfrm>
            <a:off x="771525" y="771525"/>
            <a:ext cx="95250" cy="6191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771525" y="2000250"/>
            <a:ext cx="1064895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9944"/>
              </a:lnSpc>
            </a:pPr>
            <a:r>
              <a:rPr lang="pt-BR" dirty="0">
                <a:hlinkClick r:id="rId4"/>
              </a:rPr>
              <a:t>https://</a:t>
            </a:r>
            <a:r>
              <a:rPr lang="pt-BR" dirty="0" smtClean="0">
                <a:hlinkClick r:id="rId4"/>
              </a:rPr>
              <a:t>forms.gle/esPjxW6KArNoAJtP8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771525" y="6276975"/>
            <a:ext cx="14001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Laboratório Prático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10144125" y="6276975"/>
            <a:ext cx="12763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Banco de Dados 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127636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</Words>
  <Application>Microsoft Office PowerPoint</Application>
  <PresentationFormat>Widescreen</PresentationFormat>
  <Paragraphs>26</Paragraphs>
  <Slides>3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9" baseType="lpstr">
      <vt:lpstr>Inter</vt:lpstr>
      <vt:lpstr>Poppins</vt:lpstr>
      <vt:lpstr>Calibri</vt:lpstr>
      <vt:lpstr>Arial</vt:lpstr>
      <vt:lpstr>Inter SemiBold</vt:lpstr>
      <vt:lpstr>Office Theme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Prof. Juliana de Sá</cp:lastModifiedBy>
  <cp:revision>1</cp:revision>
  <dcterms:modified xsi:type="dcterms:W3CDTF">2026-03-11T22:41:08Z</dcterms:modified>
</cp:coreProperties>
</file>