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6122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1594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53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092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58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5267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988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9951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786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4038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5338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6163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8619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028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5334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1938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728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BBF6788-4F7F-44AC-932B-42BDAEB8D39B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A432C24-7416-452E-A32E-B7147CF14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1379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1" cap="all" dirty="0"/>
              <a:t>Lista de Exercícios: Modelo </a:t>
            </a:r>
            <a:r>
              <a:rPr lang="pt-BR" b="1" cap="all" dirty="0" smtClean="0"/>
              <a:t>Conceitual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Prof. Juliana de Sá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555" y="4244821"/>
            <a:ext cx="8440328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5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1824" y="2470659"/>
            <a:ext cx="6544588" cy="160995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90" y="273661"/>
            <a:ext cx="6658904" cy="170521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90" y="4572394"/>
            <a:ext cx="6192114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707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Ardósia</Template>
  <TotalTime>3</TotalTime>
  <Words>11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Calisto MT</vt:lpstr>
      <vt:lpstr>Trebuchet MS</vt:lpstr>
      <vt:lpstr>Wingdings 2</vt:lpstr>
      <vt:lpstr>Ardósia</vt:lpstr>
      <vt:lpstr>Lista de Exercícios: Modelo Conceitual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Lista de Exercícios: Modelo Conceitual</dc:title>
  <dc:creator>Juliana Godoy De Sa</dc:creator>
  <cp:lastModifiedBy>Juliana Godoy De Sa</cp:lastModifiedBy>
  <cp:revision>1</cp:revision>
  <dcterms:created xsi:type="dcterms:W3CDTF">2026-04-06T17:40:04Z</dcterms:created>
  <dcterms:modified xsi:type="dcterms:W3CDTF">2026-04-06T17:43:07Z</dcterms:modified>
</cp:coreProperties>
</file>